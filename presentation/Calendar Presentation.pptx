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462B5-F49B-4FD4-BF9E-59E618B3E6D6}" v="2507" dt="2026-02-24T17:03:53.205"/>
    <p1510:client id="{42608673-83AB-0380-7D03-993BB1161ED1}" v="633" dt="2026-02-24T17:45:35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1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9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6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8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1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1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8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8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5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4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51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3826" y="978407"/>
            <a:ext cx="8180339" cy="3296703"/>
          </a:xfrm>
        </p:spPr>
        <p:txBody>
          <a:bodyPr anchor="t">
            <a:normAutofit/>
          </a:bodyPr>
          <a:lstStyle/>
          <a:p>
            <a:r>
              <a:rPr lang="en-US" sz="6600"/>
              <a:t>Smart Calendar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3008" y="4469641"/>
            <a:ext cx="8092765" cy="1376976"/>
          </a:xfrm>
        </p:spPr>
        <p:txBody>
          <a:bodyPr anchor="b">
            <a:normAutofit/>
          </a:bodyPr>
          <a:lstStyle/>
          <a:p>
            <a:r>
              <a:rPr lang="en-US"/>
              <a:t>By Amaru Előd Frisancho and Theo Robin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D8A78E-AAB6-C125-6A57-5B031A87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401" y="508090"/>
            <a:ext cx="807507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FC5193-1606-67C6-6571-CC04CF234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400" y="6209925"/>
            <a:ext cx="810195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E3C6-9B77-D80A-2EC5-C8FC8711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84260"/>
          </a:xfrm>
        </p:spPr>
        <p:txBody>
          <a:bodyPr/>
          <a:lstStyle/>
          <a:p>
            <a:r>
              <a:rPr lang="en-US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D710D-6E95-4269-9B45-4A75D02E9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We had a personal problem on Erasmus</a:t>
            </a:r>
          </a:p>
          <a:p>
            <a:r>
              <a:rPr lang="en-US"/>
              <a:t>The problem: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Organizing a unified calendar from multiple sources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4 calendars, each having groups per day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Had to equal 30 ECTS credits so we had to reorganize multiple times until we found a solution</a:t>
            </a:r>
          </a:p>
          <a:p>
            <a:r>
              <a:rPr lang="en-US"/>
              <a:t>We spent around 9 days figuring out a schedule -&gt; there had to be a better option</a:t>
            </a:r>
          </a:p>
          <a:p>
            <a:r>
              <a:rPr lang="en-US"/>
              <a:t>Our goal with this calendar: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Eliminate the need to manually configure your calendar, one event at a time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Reduce those 9 days to a few hours at the most</a:t>
            </a:r>
          </a:p>
          <a:p>
            <a:r>
              <a:rPr lang="en-US"/>
              <a:t>Instead we can: import multiple calendars, detect any potential conflicts, figure out schedules faster and more easily </a:t>
            </a:r>
          </a:p>
          <a:p>
            <a:endParaRPr lang="en-US"/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3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FB03-9972-C5E6-2C21-3A56BCCD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85FE8-6C84-6844-0BC0-347CCCB8F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/>
              <a:t>Fullstack</a:t>
            </a:r>
            <a:r>
              <a:rPr lang="en-US"/>
              <a:t> application</a:t>
            </a:r>
          </a:p>
          <a:p>
            <a:r>
              <a:rPr lang="en-US"/>
              <a:t>Django backend</a:t>
            </a:r>
          </a:p>
          <a:p>
            <a:r>
              <a:rPr lang="en-US"/>
              <a:t>React frontend</a:t>
            </a:r>
          </a:p>
          <a:p>
            <a:r>
              <a:rPr lang="en-US"/>
              <a:t>Fullcalendar.js</a:t>
            </a:r>
          </a:p>
          <a:p>
            <a:r>
              <a:rPr lang="en-US"/>
              <a:t>Conflict Detection</a:t>
            </a:r>
          </a:p>
          <a:p>
            <a:r>
              <a:rPr lang="en-US"/>
              <a:t>Smart Planning</a:t>
            </a:r>
          </a:p>
          <a:p>
            <a:r>
              <a:rPr lang="en-US"/>
              <a:t>File ingestion</a:t>
            </a:r>
          </a:p>
          <a:p>
            <a:r>
              <a:rPr lang="en-US" err="1"/>
              <a:t>PdfPlumber</a:t>
            </a:r>
            <a:r>
              <a:rPr lang="en-US"/>
              <a:t> (text extraction from pdfs)</a:t>
            </a:r>
          </a:p>
          <a:p>
            <a:r>
              <a:rPr lang="en-US"/>
              <a:t>Tesseract OCR (text extraction from images)</a:t>
            </a:r>
          </a:p>
        </p:txBody>
      </p:sp>
    </p:spTree>
    <p:extLst>
      <p:ext uri="{BB962C8B-B14F-4D97-AF65-F5344CB8AC3E}">
        <p14:creationId xmlns:p14="http://schemas.microsoft.com/office/powerpoint/2010/main" val="211712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FC38-18D8-36F0-AF1A-2EFF6B87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CB85F-5B1A-12FF-BEE6-18CB7E9B2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07730"/>
            <a:ext cx="11443753" cy="49382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sz="1600"/>
              <a:t>How to extract text and use regex to capture titles, dates and locations</a:t>
            </a:r>
          </a:p>
          <a:p>
            <a:r>
              <a:rPr lang="en-US" sz="1600"/>
              <a:t>The logic behind calendars and .</a:t>
            </a:r>
            <a:r>
              <a:rPr lang="en-US" sz="1600" err="1"/>
              <a:t>ics</a:t>
            </a:r>
            <a:r>
              <a:rPr lang="en-US" sz="1600"/>
              <a:t> files</a:t>
            </a:r>
          </a:p>
          <a:p>
            <a:r>
              <a:rPr lang="en-US" sz="1600"/>
              <a:t>File ingestion</a:t>
            </a:r>
          </a:p>
          <a:p>
            <a:r>
              <a:rPr lang="en-US" sz="1600"/>
              <a:t>Improved understanding of API endpoints as well as their operations: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POST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PATCH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DELETE</a:t>
            </a:r>
          </a:p>
          <a:p>
            <a:r>
              <a:rPr lang="en-US" sz="1600"/>
              <a:t>More complex react UI components</a:t>
            </a:r>
          </a:p>
          <a:p>
            <a:r>
              <a:rPr lang="en-US" sz="1600"/>
              <a:t>Most importantly: our idea is possible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7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9D3B-8159-D6E3-5E3F-8A178D00C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2E158-DDED-0B54-8F2C-788281837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457213"/>
            <a:ext cx="11155680" cy="48359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/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600"/>
              <a:t>Improved text analysis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LLM or machine learning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Courier New,monospace" panose="020B0604020202020204" pitchFamily="34" charset="0"/>
              <a:buChar char="o"/>
            </a:pPr>
            <a:r>
              <a:rPr lang="en-US"/>
              <a:t>Description and type, potentially group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US" sz="1600"/>
              <a:t>UI </a:t>
            </a:r>
            <a:r>
              <a:rPr lang="en-US" sz="1600" err="1"/>
              <a:t>personalisation</a:t>
            </a:r>
            <a:r>
              <a:rPr lang="en-US" sz="1600"/>
              <a:t> for users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/>
              <a:buChar char="o"/>
            </a:pPr>
            <a:r>
              <a:rPr lang="en-US" sz="1400"/>
              <a:t>Colored events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Font typeface="Courier New,monospace"/>
              <a:buChar char="o"/>
            </a:pPr>
            <a:r>
              <a:rPr lang="en-US" sz="1400"/>
              <a:t>Themes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600"/>
              <a:t>Improved Smart Logic: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Currently greedy algorithm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Extra options e.g. :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Font typeface="Wingdings,Sans-Serif" panose="020B0604020202020204" pitchFamily="34" charset="0"/>
              <a:buChar char="§"/>
            </a:pPr>
            <a:r>
              <a:rPr lang="en-US" sz="1600"/>
              <a:t>Text based prompting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Font typeface="Wingdings,Sans-Serif" panose="020B0604020202020204" pitchFamily="34" charset="0"/>
              <a:buChar char="§"/>
            </a:pPr>
            <a:r>
              <a:rPr lang="en-US" sz="1600"/>
              <a:t>Grouping events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,Sans-Serif" panose="020B0604020202020204" pitchFamily="34" charset="0"/>
              <a:buChar char="§"/>
            </a:pPr>
            <a:r>
              <a:rPr lang="en-US" sz="1600"/>
              <a:t>Situational options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/>
              <a:t>Calendar Export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/>
              <a:t>Added basic calendar functionality and settings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600"/>
              <a:t>More parsing options: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Email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Excel files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Platforms such as LinkedIn, WhatsApp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Project management tools; Trello, Notion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Video platforms; Zoom, Teams</a:t>
            </a:r>
          </a:p>
          <a:p>
            <a:pPr marL="74295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/>
              <a:t>And many more potential places!</a:t>
            </a:r>
          </a:p>
        </p:txBody>
      </p:sp>
    </p:spTree>
    <p:extLst>
      <p:ext uri="{BB962C8B-B14F-4D97-AF65-F5344CB8AC3E}">
        <p14:creationId xmlns:p14="http://schemas.microsoft.com/office/powerpoint/2010/main" val="183307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8F718-3AD5-F22B-4A9D-BC6508F7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329" y="3059968"/>
            <a:ext cx="2848022" cy="728919"/>
          </a:xfrm>
        </p:spPr>
        <p:txBody>
          <a:bodyPr>
            <a:normAutofit fontScale="90000"/>
          </a:bodyPr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3492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6C1D-47F0-481B-B485-49398754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38211"/>
          </a:xfrm>
        </p:spPr>
        <p:txBody>
          <a:bodyPr>
            <a:normAutofit fontScale="90000"/>
          </a:bodyPr>
          <a:lstStyle/>
          <a:p>
            <a:r>
              <a:rPr lang="en-US"/>
              <a:t>Improved Text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A482E-3BF9-9516-E751-22A6C9209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6608"/>
            <a:ext cx="11155680" cy="4529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Keep regex for fallback and data collection</a:t>
            </a:r>
          </a:p>
          <a:p>
            <a:r>
              <a:rPr lang="en-US"/>
              <a:t>Machine learning: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Build training data -&gt; collect pdfs, images, calendar exports etc.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Approach: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Could be an existing LLM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Or train our own model (Named Entity Recognition NER)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Fall back into existing pipeline: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Candidates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User validation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Smart generation</a:t>
            </a:r>
          </a:p>
          <a:p>
            <a:r>
              <a:rPr lang="en-US"/>
              <a:t>Conclusion: Regex  -&gt; ML -&gt; User Confirmation</a:t>
            </a:r>
          </a:p>
          <a:p>
            <a:r>
              <a:rPr lang="en-US"/>
              <a:t>Training data: Beta testers, creating our own, search for existing data sets</a:t>
            </a:r>
          </a:p>
        </p:txBody>
      </p:sp>
    </p:spTree>
    <p:extLst>
      <p:ext uri="{BB962C8B-B14F-4D97-AF65-F5344CB8AC3E}">
        <p14:creationId xmlns:p14="http://schemas.microsoft.com/office/powerpoint/2010/main" val="238056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96AB-EE8E-38AA-2430-45031A1F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1845"/>
          </a:xfrm>
        </p:spPr>
        <p:txBody>
          <a:bodyPr/>
          <a:lstStyle/>
          <a:p>
            <a:r>
              <a:rPr lang="en-US"/>
              <a:t>Improved Smart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90157-A8F8-C1D0-F4C8-FE4E8C7C7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09535"/>
            <a:ext cx="11155680" cy="44364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Prompt box: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Similar "AI" style -&gt; users can type preferences and information to add context</a:t>
            </a:r>
          </a:p>
          <a:p>
            <a:r>
              <a:rPr lang="en-US"/>
              <a:t>Algorithm: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Currently: Greedy algorithm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Better suited algorithms: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Constraint Programming (CP-SAT) - good for constraints and preferences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MILP -&gt; Heavier compute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Local Search -&gt; quick but less accurate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idea: combine CP-SAT and Local search: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Phase 1: CP-SAT -&gt; Ensure no overlaps, room capacity, time, lunch breaks etc.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Phase 2: Local Search -&gt; </a:t>
            </a:r>
            <a:r>
              <a:rPr lang="en-US" err="1"/>
              <a:t>Minimise</a:t>
            </a:r>
            <a:r>
              <a:rPr lang="en-US"/>
              <a:t> gaps, avoid slots, compact timetables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Phase 3: Convert prompt into new constraints, preference penalties, priorities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Phase 4: Re-check and repair locally 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9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6C81-FCFE-5871-26D5-9F88CC5E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Added Basic Functionality and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942CC-C75A-E184-68AE-81AF06D86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Currently our system is very simple: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Events can't be grouped or have people connected to them -&gt; use a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Settings and privacy: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Allow users to change their username or password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Language settings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Time zone settings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Event, notification settings</a:t>
            </a:r>
          </a:p>
          <a:p>
            <a:pPr lvl="2" indent="-285750">
              <a:buFont typeface="Wingdings" panose="020B0604020202020204" pitchFamily="34" charset="0"/>
              <a:buChar char="§"/>
            </a:pPr>
            <a:r>
              <a:rPr lang="en-US"/>
              <a:t>Invite settings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Add email verification as an alternative log-in option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Export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Multiple calendars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2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58FB-7009-7253-2C46-B7996624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Parsing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D39AB-4D97-1054-8741-56D52DE7A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69730"/>
            <a:ext cx="11155680" cy="41762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aforementioned options would have to be implemented differently via:</a:t>
            </a:r>
          </a:p>
          <a:p>
            <a:pPr lvl="1">
              <a:buAutoNum type="arabicPeriod"/>
            </a:pPr>
            <a:r>
              <a:rPr lang="en-US"/>
              <a:t>Ingestion</a:t>
            </a:r>
          </a:p>
          <a:p>
            <a:pPr lvl="1">
              <a:buAutoNum type="arabicPeriod"/>
            </a:pPr>
            <a:r>
              <a:rPr lang="en-US"/>
              <a:t>Exports</a:t>
            </a:r>
          </a:p>
          <a:p>
            <a:pPr lvl="1">
              <a:buAutoNum type="arabicPeriod"/>
            </a:pPr>
            <a:r>
              <a:rPr lang="en-US" err="1"/>
              <a:t>OAth</a:t>
            </a:r>
            <a:r>
              <a:rPr lang="en-US"/>
              <a:t> or API keys</a:t>
            </a:r>
          </a:p>
          <a:p>
            <a:pPr lvl="1">
              <a:buAutoNum type="arabicPeriod"/>
            </a:pPr>
            <a:r>
              <a:rPr lang="en-US"/>
              <a:t>Platform connections</a:t>
            </a:r>
          </a:p>
          <a:p>
            <a:r>
              <a:rPr lang="en-US"/>
              <a:t>Common Approach:</a:t>
            </a:r>
          </a:p>
          <a:p>
            <a:pPr marL="800100" lvl="1" indent="-342900">
              <a:buAutoNum type="arabicPeriod"/>
            </a:pPr>
            <a:r>
              <a:rPr lang="en-US"/>
              <a:t>Connect (using options above)</a:t>
            </a:r>
          </a:p>
          <a:p>
            <a:pPr marL="800100" lvl="1" indent="-342900">
              <a:buAutoNum type="arabicPeriod"/>
            </a:pPr>
            <a:r>
              <a:rPr lang="en-US"/>
              <a:t>Ingest raw content</a:t>
            </a:r>
          </a:p>
          <a:p>
            <a:pPr marL="800100" lvl="1" indent="-342900">
              <a:buAutoNum type="arabicPeriod"/>
            </a:pPr>
            <a:r>
              <a:rPr lang="en-US"/>
              <a:t>Create events and extract fields</a:t>
            </a:r>
          </a:p>
          <a:p>
            <a:pPr marL="800100" lvl="1" indent="-342900">
              <a:buAutoNum type="arabicPeriod"/>
            </a:pPr>
            <a:r>
              <a:rPr lang="en-US"/>
              <a:t>Validate</a:t>
            </a:r>
          </a:p>
          <a:p>
            <a:pPr marL="800100" lvl="1" indent="-342900">
              <a:buAutoNum type="arabicPeriod"/>
            </a:pPr>
            <a:r>
              <a:rPr lang="en-US"/>
              <a:t>Confirm and display</a:t>
            </a:r>
          </a:p>
        </p:txBody>
      </p:sp>
    </p:spTree>
    <p:extLst>
      <p:ext uri="{BB962C8B-B14F-4D97-AF65-F5344CB8AC3E}">
        <p14:creationId xmlns:p14="http://schemas.microsoft.com/office/powerpoint/2010/main" val="126218027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GestaltVTI</vt:lpstr>
      <vt:lpstr>Smart Calendar</vt:lpstr>
      <vt:lpstr>Why?</vt:lpstr>
      <vt:lpstr>How?</vt:lpstr>
      <vt:lpstr>What we learned</vt:lpstr>
      <vt:lpstr>The Future</vt:lpstr>
      <vt:lpstr>Questions?</vt:lpstr>
      <vt:lpstr>Improved Text Analysis</vt:lpstr>
      <vt:lpstr>Improved Smart Logic</vt:lpstr>
      <vt:lpstr>Added Basic Functionality and Settings</vt:lpstr>
      <vt:lpstr>More Parsing Options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2026-02-24T15:17:43Z</dcterms:created>
  <dcterms:modified xsi:type="dcterms:W3CDTF">2026-02-24T18:27:12Z</dcterms:modified>
</cp:coreProperties>
</file>